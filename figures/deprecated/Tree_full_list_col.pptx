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2A58"/>
    <a:srgbClr val="E28743"/>
    <a:srgbClr val="F09E5E"/>
    <a:srgbClr val="EC7014"/>
    <a:srgbClr val="FEC44F"/>
    <a:srgbClr val="C55215"/>
    <a:srgbClr val="6BAED6"/>
    <a:srgbClr val="2171B5"/>
    <a:srgbClr val="FFFFFF"/>
    <a:srgbClr val="27C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>
        <p:scale>
          <a:sx n="82" d="100"/>
          <a:sy n="82" d="100"/>
        </p:scale>
        <p:origin x="720" y="-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 McConnell" userId="c879f9b530a4a8ef" providerId="LiveId" clId="{EEE61486-0C36-4C9F-8DDF-56891260361C}"/>
    <pc:docChg chg="undo custSel addSld delSld modSld">
      <pc:chgData name="Meg McConnell" userId="c879f9b530a4a8ef" providerId="LiveId" clId="{EEE61486-0C36-4C9F-8DDF-56891260361C}" dt="2026-03-07T21:34:13.778" v="1023" actId="20577"/>
      <pc:docMkLst>
        <pc:docMk/>
      </pc:docMkLst>
      <pc:sldChg chg="addSp delSp modSp add mod">
        <pc:chgData name="Meg McConnell" userId="c879f9b530a4a8ef" providerId="LiveId" clId="{EEE61486-0C36-4C9F-8DDF-56891260361C}" dt="2026-03-07T21:34:13.778" v="1023" actId="20577"/>
        <pc:sldMkLst>
          <pc:docMk/>
          <pc:sldMk cId="92008295" sldId="257"/>
        </pc:sldMkLst>
        <pc:spChg chg="mod">
          <ac:chgData name="Meg McConnell" userId="c879f9b530a4a8ef" providerId="LiveId" clId="{EEE61486-0C36-4C9F-8DDF-56891260361C}" dt="2026-02-14T00:29:39.631" v="978" actId="1076"/>
          <ac:spMkLst>
            <pc:docMk/>
            <pc:sldMk cId="92008295" sldId="257"/>
            <ac:spMk id="88" creationId="{CE5B52B5-D04D-17BA-5C81-8DFEF032EFA1}"/>
          </ac:spMkLst>
        </pc:spChg>
        <pc:spChg chg="mod">
          <ac:chgData name="Meg McConnell" userId="c879f9b530a4a8ef" providerId="LiveId" clId="{EEE61486-0C36-4C9F-8DDF-56891260361C}" dt="2026-02-14T00:29:43.358" v="979" actId="255"/>
          <ac:spMkLst>
            <pc:docMk/>
            <pc:sldMk cId="92008295" sldId="257"/>
            <ac:spMk id="89" creationId="{D131CE7C-205B-FB00-C534-871480263BAD}"/>
          </ac:spMkLst>
        </pc:spChg>
        <pc:spChg chg="mod">
          <ac:chgData name="Meg McConnell" userId="c879f9b530a4a8ef" providerId="LiveId" clId="{EEE61486-0C36-4C9F-8DDF-56891260361C}" dt="2026-02-14T00:29:48.095" v="980" actId="255"/>
          <ac:spMkLst>
            <pc:docMk/>
            <pc:sldMk cId="92008295" sldId="257"/>
            <ac:spMk id="90" creationId="{BBA491F0-3D81-317A-8C62-0A4BE5E0598E}"/>
          </ac:spMkLst>
        </pc:spChg>
        <pc:spChg chg="mod">
          <ac:chgData name="Meg McConnell" userId="c879f9b530a4a8ef" providerId="LiveId" clId="{EEE61486-0C36-4C9F-8DDF-56891260361C}" dt="2026-02-14T00:30:05.765" v="985" actId="20577"/>
          <ac:spMkLst>
            <pc:docMk/>
            <pc:sldMk cId="92008295" sldId="257"/>
            <ac:spMk id="91" creationId="{84C19B4B-A60C-2D8D-687E-8BB51570090D}"/>
          </ac:spMkLst>
        </pc:spChg>
        <pc:spChg chg="mod">
          <ac:chgData name="Meg McConnell" userId="c879f9b530a4a8ef" providerId="LiveId" clId="{EEE61486-0C36-4C9F-8DDF-56891260361C}" dt="2026-03-07T21:34:13.778" v="1023" actId="20577"/>
          <ac:spMkLst>
            <pc:docMk/>
            <pc:sldMk cId="92008295" sldId="257"/>
            <ac:spMk id="93" creationId="{74A357E3-973D-1B3E-FD73-EBDD9834586F}"/>
          </ac:spMkLst>
        </pc:spChg>
        <pc:spChg chg="mod">
          <ac:chgData name="Meg McConnell" userId="c879f9b530a4a8ef" providerId="LiveId" clId="{EEE61486-0C36-4C9F-8DDF-56891260361C}" dt="2026-02-14T00:31:23.940" v="991" actId="20577"/>
          <ac:spMkLst>
            <pc:docMk/>
            <pc:sldMk cId="92008295" sldId="257"/>
            <ac:spMk id="94" creationId="{82B06F13-7DF4-89D8-BFCA-583DBA6F1B4F}"/>
          </ac:spMkLst>
        </pc:spChg>
        <pc:spChg chg="mod">
          <ac:chgData name="Meg McConnell" userId="c879f9b530a4a8ef" providerId="LiveId" clId="{EEE61486-0C36-4C9F-8DDF-56891260361C}" dt="2026-02-14T00:33:05.440" v="1001" actId="1076"/>
          <ac:spMkLst>
            <pc:docMk/>
            <pc:sldMk cId="92008295" sldId="257"/>
            <ac:spMk id="95" creationId="{7060D43D-895A-63DB-1013-C12BD40695CA}"/>
          </ac:spMkLst>
        </pc:spChg>
        <pc:spChg chg="mod">
          <ac:chgData name="Meg McConnell" userId="c879f9b530a4a8ef" providerId="LiveId" clId="{EEE61486-0C36-4C9F-8DDF-56891260361C}" dt="2026-02-14T00:28:52.797" v="964" actId="1076"/>
          <ac:spMkLst>
            <pc:docMk/>
            <pc:sldMk cId="92008295" sldId="257"/>
            <ac:spMk id="96" creationId="{19852357-5B23-A2FE-015B-1AF71A730F01}"/>
          </ac:spMkLst>
        </pc:spChg>
        <pc:spChg chg="mod">
          <ac:chgData name="Meg McConnell" userId="c879f9b530a4a8ef" providerId="LiveId" clId="{EEE61486-0C36-4C9F-8DDF-56891260361C}" dt="2026-02-14T00:31:38.677" v="995" actId="20577"/>
          <ac:spMkLst>
            <pc:docMk/>
            <pc:sldMk cId="92008295" sldId="257"/>
            <ac:spMk id="97" creationId="{29D52BE9-C513-B51E-BBF2-BC15E4505E0D}"/>
          </ac:spMkLst>
        </pc:spChg>
        <pc:spChg chg="mod">
          <ac:chgData name="Meg McConnell" userId="c879f9b530a4a8ef" providerId="LiveId" clId="{EEE61486-0C36-4C9F-8DDF-56891260361C}" dt="2026-02-14T00:33:08.553" v="1002" actId="1076"/>
          <ac:spMkLst>
            <pc:docMk/>
            <pc:sldMk cId="92008295" sldId="257"/>
            <ac:spMk id="99" creationId="{1DC90EC0-9703-C6A9-1024-629E8CCE1BD5}"/>
          </ac:spMkLst>
        </pc:spChg>
        <pc:picChg chg="mod">
          <ac:chgData name="Meg McConnell" userId="c879f9b530a4a8ef" providerId="LiveId" clId="{EEE61486-0C36-4C9F-8DDF-56891260361C}" dt="2026-03-05T18:45:17.224" v="1016" actId="207"/>
          <ac:picMkLst>
            <pc:docMk/>
            <pc:sldMk cId="92008295" sldId="257"/>
            <ac:picMk id="7" creationId="{48DD83F6-C6FF-7A3B-911F-764622ED5BCF}"/>
          </ac:picMkLst>
        </pc:picChg>
        <pc:picChg chg="mod">
          <ac:chgData name="Meg McConnell" userId="c879f9b530a4a8ef" providerId="LiveId" clId="{EEE61486-0C36-4C9F-8DDF-56891260361C}" dt="2026-02-14T00:31:55.267" v="996" actId="14100"/>
          <ac:picMkLst>
            <pc:docMk/>
            <pc:sldMk cId="92008295" sldId="257"/>
            <ac:picMk id="13" creationId="{111B34EF-957D-D48C-93B7-2A1DAA4D4336}"/>
          </ac:picMkLst>
        </pc:picChg>
        <pc:picChg chg="mod">
          <ac:chgData name="Meg McConnell" userId="c879f9b530a4a8ef" providerId="LiveId" clId="{EEE61486-0C36-4C9F-8DDF-56891260361C}" dt="2026-02-14T00:32:11.777" v="1000" actId="14100"/>
          <ac:picMkLst>
            <pc:docMk/>
            <pc:sldMk cId="92008295" sldId="257"/>
            <ac:picMk id="16" creationId="{85DA6199-CCAA-90C1-E4BA-FB7C99CA3115}"/>
          </ac:picMkLst>
        </pc:picChg>
        <pc:picChg chg="mod">
          <ac:chgData name="Meg McConnell" userId="c879f9b530a4a8ef" providerId="LiveId" clId="{EEE61486-0C36-4C9F-8DDF-56891260361C}" dt="2026-02-14T00:29:04.960" v="968" actId="1076"/>
          <ac:picMkLst>
            <pc:docMk/>
            <pc:sldMk cId="92008295" sldId="257"/>
            <ac:picMk id="19" creationId="{D49ADA71-BA98-7883-135F-B29430E5128B}"/>
          </ac:picMkLst>
        </pc:picChg>
        <pc:picChg chg="mod">
          <ac:chgData name="Meg McConnell" userId="c879f9b530a4a8ef" providerId="LiveId" clId="{EEE61486-0C36-4C9F-8DDF-56891260361C}" dt="2026-02-14T00:34:11.505" v="1003" actId="1076"/>
          <ac:picMkLst>
            <pc:docMk/>
            <pc:sldMk cId="92008295" sldId="257"/>
            <ac:picMk id="24" creationId="{EA35227A-A6A6-B776-08E7-0E319EDAA6AA}"/>
          </ac:picMkLst>
        </pc:picChg>
        <pc:picChg chg="add mod ord modCrop">
          <ac:chgData name="Meg McConnell" userId="c879f9b530a4a8ef" providerId="LiveId" clId="{EEE61486-0C36-4C9F-8DDF-56891260361C}" dt="2026-03-07T21:10:29.005" v="1021" actId="207"/>
          <ac:picMkLst>
            <pc:docMk/>
            <pc:sldMk cId="92008295" sldId="257"/>
            <ac:picMk id="29" creationId="{55560D6C-99B1-436D-A43D-129B72BFDFB9}"/>
          </ac:picMkLst>
        </pc:picChg>
        <pc:picChg chg="mod">
          <ac:chgData name="Meg McConnell" userId="c879f9b530a4a8ef" providerId="LiveId" clId="{EEE61486-0C36-4C9F-8DDF-56891260361C}" dt="2026-02-14T00:31:59.785" v="997" actId="14100"/>
          <ac:picMkLst>
            <pc:docMk/>
            <pc:sldMk cId="92008295" sldId="257"/>
            <ac:picMk id="30" creationId="{D2A002A4-CF3E-E499-85F3-D4B2E2EE7AA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4CEDE-A08C-4413-9D0A-AEC352AE2E6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9AE36-55B0-4CC7-8EC8-7CF842712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97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9AE36-55B0-4CC7-8EC8-7CF8427120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17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0C33A-574C-C043-8786-2CE7D3E29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44FF4-8750-6DEA-A552-8EE9D4AAF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6E6FE-B385-AC02-A50B-0B25BD2CC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415F0-D900-340F-AA34-57F1A7B7F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9AE36-55B0-4CC7-8EC8-7CF8427120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25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44D2F-2440-84D9-69C6-09BA58A8A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04D23-259E-B51A-C8D3-76AB0F009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3F8F1-EB88-4518-DC83-4FA621AF3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3D26-9D40-4511-976B-E8FEB5EC1C6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0760D-BDB5-3C96-1FD8-A33C0B457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9EFC1-259F-F2D8-9AA7-AA276A4E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C3428-E363-4CB3-BD16-489712C35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7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15C56-A34B-0211-D3F4-3F58B4AF2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6E9C4-0F63-BA81-F994-C6B21879B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888DF-F482-9FCA-0814-FB5A5183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3D26-9D40-4511-976B-E8FEB5EC1C6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B164C-ED84-F4BB-2C24-5D25056C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71CFF-760F-66B1-D97F-F38435ED4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C3428-E363-4CB3-BD16-489712C35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5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C03D2-D557-7BFE-7924-216B09C28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A7DDE-3149-9E98-9BA0-CE0D4DAC4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5D5B4-1D05-7753-73A9-AC85E09E9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3D26-9D40-4511-976B-E8FEB5EC1C6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EF8FC-E789-B48D-EA0D-E7DFF77C9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17967-9ACC-E598-EE13-E2543599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C3428-E363-4CB3-BD16-489712C35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736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6AC00-E5E3-D69A-5F10-EC32475F4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ADE27-16E6-2D1F-51B8-2B8E87F21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1ECD3-FDC6-2EF6-7ED5-6936239A3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49E24-3ED0-2716-773B-7DBA199D4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3D26-9D40-4511-976B-E8FEB5EC1C6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F6396-6099-C5F2-B92F-3AD03B54D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25B16-248E-98DB-2197-CCD01FCA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C3428-E363-4CB3-BD16-489712C35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94DF-14B3-17A0-EA50-F29F2D5AC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144E8-77D4-4D7C-F311-85115179D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7DF97-A6C4-FE13-07F9-B1E0EE1A3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24EB6-A58E-863B-839C-55C122191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FFECEB-C6B2-237C-CE58-261CF3306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6F7F8-56F9-1ED3-C89B-A451010BC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3D26-9D40-4511-976B-E8FEB5EC1C6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19E281-D92E-C89F-FE1B-492751FFC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43EC89-7D7D-D1DE-9694-709388CC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C3428-E363-4CB3-BD16-489712C35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00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0073-FDA4-D617-99D2-D42BE09F2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094F75-01CF-1DB1-9F00-D5A2CAA6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3D26-9D40-4511-976B-E8FEB5EC1C6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85C5D-009D-BC57-B778-927FBC4D1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07889-DFBC-06CB-6340-DD5EA1994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C3428-E363-4CB3-BD16-489712C35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30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2B4F4-1CB6-488B-8A56-60D2A78E3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3D26-9D40-4511-976B-E8FEB5EC1C6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9BF1E7-087A-12F0-A739-3C3CE0791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C5128-D179-E639-F01D-359B36041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C3428-E363-4CB3-BD16-489712C35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42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C9C67-EA9C-0378-12B6-3336CF4B5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50479-91A5-261D-3142-6851C775C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B4905-F029-06BA-3177-487813D67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A7202-16D9-BDA5-7529-8D8D7DA5D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3D26-9D40-4511-976B-E8FEB5EC1C6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645A1-A6D3-5DE3-A7AF-2FF91C01C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89B65-E898-630A-B6AF-72EA03E7F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C3428-E363-4CB3-BD16-489712C35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35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FD269-A9C1-3B73-C0FC-D7D91937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D11DB5-227A-C00C-E9A3-37486D15A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44ACED-94A6-8C3F-7579-2B36A6200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BC39A-0E63-C784-74EB-583A88E7C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3D26-9D40-4511-976B-E8FEB5EC1C6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D5C1A-F061-520D-9D0A-BCECE3ADD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DA93A-8E51-BD05-ADF4-33841DF0F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C3428-E363-4CB3-BD16-489712C35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60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3281B-4886-A3E5-4F00-C05413855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C478A-AEE0-DEA4-00EE-AA2C78775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767E7-B91F-AED0-97A4-CFBFE15E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3D26-9D40-4511-976B-E8FEB5EC1C6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1700B-1805-8F96-7E43-F75160AE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B5D34-2A05-660B-67D3-E56BAF23F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C3428-E363-4CB3-BD16-489712C35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59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277EC5-20E5-639E-FC45-826769B86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0051F3-5B6A-5C34-5624-8AB21AF54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39F7E-F9F9-7E20-6E96-5101ABE5E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B3D26-9D40-4511-976B-E8FEB5EC1C6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177E1-E8E0-030A-E2F7-9C6778DA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EFC95-B9CA-B87D-AD67-9CE06791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C3428-E363-4CB3-BD16-489712C35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7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746CB-8783-A9F6-19E4-20A84AA4F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BE564-799D-F68C-6FA4-C9BC2E292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B20D9-9761-4974-8A8F-877FEAE13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B3D26-9D40-4511-976B-E8FEB5EC1C6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63363-9676-90A5-FFF3-37D388D16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577C2-A33A-EA64-18A3-F57423555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C3428-E363-4CB3-BD16-489712C35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9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emf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emf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emf"/><Relationship Id="rId3" Type="http://schemas.openxmlformats.org/officeDocument/2006/relationships/image" Target="../media/image17.emf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emf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532DD3A-B232-3BD6-9534-E01DBEC51F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765" t="14073" r="37919" b="12458"/>
          <a:stretch>
            <a:fillRect/>
          </a:stretch>
        </p:blipFill>
        <p:spPr>
          <a:xfrm>
            <a:off x="1320522" y="-37085"/>
            <a:ext cx="6770109" cy="661020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30635CE-BCBA-F797-AD2E-45C4548DCA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487" r="11103" b="61966"/>
          <a:stretch>
            <a:fillRect/>
          </a:stretch>
        </p:blipFill>
        <p:spPr>
          <a:xfrm>
            <a:off x="8846611" y="2695"/>
            <a:ext cx="2745407" cy="312217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97F1064-C116-31D1-F7BD-BCDA267A34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71560" y="5254938"/>
            <a:ext cx="790896" cy="65968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665FC63-9AF3-9071-C76B-F4F2AA9385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14412" y="770622"/>
            <a:ext cx="938458" cy="93845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CCAA109-47C5-58CD-10E7-D09E2F8C053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316113">
            <a:off x="4975709" y="6348035"/>
            <a:ext cx="773383" cy="26010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4702228-A064-7F68-E74F-DBA7C3E432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4029" y="2355926"/>
            <a:ext cx="735735" cy="633864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4E915BCA-E476-991D-D717-AD295DF25F4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39745" y="4161885"/>
            <a:ext cx="626250" cy="622591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227C305C-45AD-DB7B-DB7D-95B3F536F82F}"/>
              </a:ext>
            </a:extLst>
          </p:cNvPr>
          <p:cNvSpPr txBox="1"/>
          <p:nvPr/>
        </p:nvSpPr>
        <p:spPr>
          <a:xfrm>
            <a:off x="4262837" y="5090249"/>
            <a:ext cx="661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Segregation </a:t>
            </a:r>
          </a:p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889D7CC-8751-B6D8-BC2E-BCD5C7E8D84B}"/>
              </a:ext>
            </a:extLst>
          </p:cNvPr>
          <p:cNvSpPr txBox="1"/>
          <p:nvPr/>
        </p:nvSpPr>
        <p:spPr>
          <a:xfrm>
            <a:off x="4198225" y="5321045"/>
            <a:ext cx="790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Sex without Recombination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3A6412C-5002-A75E-5B9A-0EFE35F05A8D}"/>
              </a:ext>
            </a:extLst>
          </p:cNvPr>
          <p:cNvSpPr txBox="1"/>
          <p:nvPr/>
        </p:nvSpPr>
        <p:spPr>
          <a:xfrm>
            <a:off x="4179890" y="5578004"/>
            <a:ext cx="827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Sex Chromosome</a:t>
            </a:r>
          </a:p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6B430E8-62DC-BDD4-DF44-49FECC6DF5B7}"/>
              </a:ext>
            </a:extLst>
          </p:cNvPr>
          <p:cNvSpPr txBox="1"/>
          <p:nvPr/>
        </p:nvSpPr>
        <p:spPr>
          <a:xfrm>
            <a:off x="4198225" y="5865742"/>
            <a:ext cx="7908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Diploid Number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4C05500-DA79-E439-34FA-6E1B1B7E5AC9}"/>
              </a:ext>
            </a:extLst>
          </p:cNvPr>
          <p:cNvSpPr txBox="1"/>
          <p:nvPr/>
        </p:nvSpPr>
        <p:spPr>
          <a:xfrm>
            <a:off x="7568937" y="4766609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Misc. Insect Orders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n = 251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3E9F0C7-E4A1-30C7-44A3-13C6CB6BAAE3}"/>
              </a:ext>
            </a:extLst>
          </p:cNvPr>
          <p:cNvSpPr txBox="1"/>
          <p:nvPr/>
        </p:nvSpPr>
        <p:spPr>
          <a:xfrm>
            <a:off x="421456" y="2989790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Diptera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n = 2239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ADC1894-B199-B4B8-829F-D12D8C822276}"/>
              </a:ext>
            </a:extLst>
          </p:cNvPr>
          <p:cNvSpPr txBox="1"/>
          <p:nvPr/>
        </p:nvSpPr>
        <p:spPr>
          <a:xfrm>
            <a:off x="6946863" y="5886766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Arachnida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n = 461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81F3D8F-6E07-7056-AB2E-91E1875FBB1B}"/>
              </a:ext>
            </a:extLst>
          </p:cNvPr>
          <p:cNvSpPr txBox="1"/>
          <p:nvPr/>
        </p:nvSpPr>
        <p:spPr>
          <a:xfrm>
            <a:off x="4706588" y="6600818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 err="1">
                <a:latin typeface="Arial" panose="020B0604020202020204" pitchFamily="34" charset="0"/>
                <a:cs typeface="Arial" panose="020B0604020202020204" pitchFamily="34" charset="0"/>
              </a:rPr>
              <a:t>Maxillopoda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n = 33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82914EF-3949-0DDE-FEC1-B417A6569029}"/>
              </a:ext>
            </a:extLst>
          </p:cNvPr>
          <p:cNvSpPr txBox="1"/>
          <p:nvPr/>
        </p:nvSpPr>
        <p:spPr>
          <a:xfrm>
            <a:off x="7145236" y="1771388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Coleoptera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n = 2042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4EDF835-B325-FBF5-BC91-A74518749D3D}"/>
              </a:ext>
            </a:extLst>
          </p:cNvPr>
          <p:cNvSpPr txBox="1"/>
          <p:nvPr/>
        </p:nvSpPr>
        <p:spPr>
          <a:xfrm>
            <a:off x="5910796" y="6405298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Mammalia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n = 149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B8343533-14E3-B9EE-1B12-A24D0534F1E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21347123">
            <a:off x="5684807" y="6033276"/>
            <a:ext cx="997679" cy="559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06B48D-7643-29AD-0F16-91F6326FCE1F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73433" t="4603" b="61905"/>
          <a:stretch>
            <a:fillRect/>
          </a:stretch>
        </p:blipFill>
        <p:spPr>
          <a:xfrm>
            <a:off x="8778143" y="-192312"/>
            <a:ext cx="2623031" cy="28194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315CBB-1C5B-83DB-4D53-18E432735AAF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80429" t="3350" b="76637"/>
          <a:stretch>
            <a:fillRect/>
          </a:stretch>
        </p:blipFill>
        <p:spPr>
          <a:xfrm>
            <a:off x="8803377" y="-30657"/>
            <a:ext cx="3040257" cy="278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003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44BB3-9D66-215F-48D9-9F3CCD09E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55560D6C-99B1-436D-A43D-129B72BFDF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91" t="23339" r="32657" b="20963"/>
          <a:stretch>
            <a:fillRect/>
          </a:stretch>
        </p:blipFill>
        <p:spPr>
          <a:xfrm>
            <a:off x="896639" y="-104333"/>
            <a:ext cx="7066638" cy="6851156"/>
          </a:xfrm>
          <a:prstGeom prst="rect">
            <a:avLst/>
          </a:prstGeom>
          <a:solidFill>
            <a:srgbClr val="A22A58"/>
          </a:solidFill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48CB32B-57E2-55DE-BA2C-5A37904826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487" r="11103" b="61966"/>
          <a:stretch>
            <a:fillRect/>
          </a:stretch>
        </p:blipFill>
        <p:spPr>
          <a:xfrm>
            <a:off x="8846611" y="2695"/>
            <a:ext cx="2745407" cy="312217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11B34EF-957D-D48C-93B7-2A1DAA4D43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75029" y="5780885"/>
            <a:ext cx="693149" cy="5781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5DA6199-CCAA-90C1-E4BA-FB7C99CA31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3714" y="1073787"/>
            <a:ext cx="894452" cy="8944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49ADA71-BA98-7883-135F-B29430E512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1401272" flipH="1">
            <a:off x="4848788" y="6337139"/>
            <a:ext cx="727505" cy="26010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77B6ABA-5AD4-21E1-4306-8F74D8F0B3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4029" y="2355926"/>
            <a:ext cx="735735" cy="633864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A35227A-A6A6-B776-08E7-0E319EDAA6A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39745" y="4128662"/>
            <a:ext cx="598715" cy="595217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CE5B52B5-D04D-17BA-5C81-8DFEF032EFA1}"/>
              </a:ext>
            </a:extLst>
          </p:cNvPr>
          <p:cNvSpPr txBox="1"/>
          <p:nvPr/>
        </p:nvSpPr>
        <p:spPr>
          <a:xfrm>
            <a:off x="4256006" y="5241415"/>
            <a:ext cx="6616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Segregation 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131CE7C-205B-FB00-C534-871480263BAD}"/>
              </a:ext>
            </a:extLst>
          </p:cNvPr>
          <p:cNvSpPr txBox="1"/>
          <p:nvPr/>
        </p:nvSpPr>
        <p:spPr>
          <a:xfrm>
            <a:off x="4216556" y="5428506"/>
            <a:ext cx="790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Sex without Recombination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BA491F0-3D81-317A-8C62-0A4BE5E0598E}"/>
              </a:ext>
            </a:extLst>
          </p:cNvPr>
          <p:cNvSpPr txBox="1"/>
          <p:nvPr/>
        </p:nvSpPr>
        <p:spPr>
          <a:xfrm>
            <a:off x="4198221" y="5641525"/>
            <a:ext cx="8275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Sex Chromosome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4C19B4B-A60C-2D8D-687E-8BB51570090D}"/>
              </a:ext>
            </a:extLst>
          </p:cNvPr>
          <p:cNvSpPr txBox="1"/>
          <p:nvPr/>
        </p:nvSpPr>
        <p:spPr>
          <a:xfrm>
            <a:off x="4234890" y="5871377"/>
            <a:ext cx="79087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Diploid Number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4A357E3-973D-1B3E-FD73-EBDD9834586F}"/>
              </a:ext>
            </a:extLst>
          </p:cNvPr>
          <p:cNvSpPr txBox="1"/>
          <p:nvPr/>
        </p:nvSpPr>
        <p:spPr>
          <a:xfrm>
            <a:off x="7568937" y="4766609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Misc. Insect Orders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n = 250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2B06F13-7DF4-89D8-BFCA-583DBA6F1B4F}"/>
              </a:ext>
            </a:extLst>
          </p:cNvPr>
          <p:cNvSpPr txBox="1"/>
          <p:nvPr/>
        </p:nvSpPr>
        <p:spPr>
          <a:xfrm>
            <a:off x="421456" y="2989790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Diptera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n = 2240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060D43D-895A-63DB-1013-C12BD40695CA}"/>
              </a:ext>
            </a:extLst>
          </p:cNvPr>
          <p:cNvSpPr txBox="1"/>
          <p:nvPr/>
        </p:nvSpPr>
        <p:spPr>
          <a:xfrm>
            <a:off x="5950384" y="6378627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Arachnida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n = 462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9852357-5B23-A2FE-015B-1AF71A730F01}"/>
              </a:ext>
            </a:extLst>
          </p:cNvPr>
          <p:cNvSpPr txBox="1"/>
          <p:nvPr/>
        </p:nvSpPr>
        <p:spPr>
          <a:xfrm>
            <a:off x="4715944" y="6592935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 err="1">
                <a:latin typeface="Arial" panose="020B0604020202020204" pitchFamily="34" charset="0"/>
                <a:cs typeface="Arial" panose="020B0604020202020204" pitchFamily="34" charset="0"/>
              </a:rPr>
              <a:t>Maxillopoda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n = 33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9D52BE9-C513-B51E-BBF2-BC15E4505E0D}"/>
              </a:ext>
            </a:extLst>
          </p:cNvPr>
          <p:cNvSpPr txBox="1"/>
          <p:nvPr/>
        </p:nvSpPr>
        <p:spPr>
          <a:xfrm>
            <a:off x="7027584" y="1937502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Coleoptera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n = 2095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DC90EC0-9703-C6A9-1024-629E8CCE1BD5}"/>
              </a:ext>
            </a:extLst>
          </p:cNvPr>
          <p:cNvSpPr txBox="1"/>
          <p:nvPr/>
        </p:nvSpPr>
        <p:spPr>
          <a:xfrm>
            <a:off x="6985956" y="5677164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Mammalia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n = 149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D2A002A4-CF3E-E499-85F3-D4B2E2EE7AA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21347123">
            <a:off x="7043359" y="5221858"/>
            <a:ext cx="936563" cy="5253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4B5EA0-87A5-2480-E809-E41D94A2A04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73433" t="4603" b="61905"/>
          <a:stretch>
            <a:fillRect/>
          </a:stretch>
        </p:blipFill>
        <p:spPr>
          <a:xfrm>
            <a:off x="8778143" y="-192312"/>
            <a:ext cx="2623031" cy="28194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DD83F6-C6FF-7A3B-911F-764622ED5BCF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80429" t="3350" b="76637"/>
          <a:stretch>
            <a:fillRect/>
          </a:stretch>
        </p:blipFill>
        <p:spPr>
          <a:xfrm>
            <a:off x="8803377" y="-30657"/>
            <a:ext cx="3040257" cy="2783732"/>
          </a:xfrm>
          <a:prstGeom prst="rect">
            <a:avLst/>
          </a:prstGeom>
          <a:solidFill>
            <a:srgbClr val="EC7014"/>
          </a:solidFill>
        </p:spPr>
      </p:pic>
    </p:spTree>
    <p:extLst>
      <p:ext uri="{BB962C8B-B14F-4D97-AF65-F5344CB8AC3E}">
        <p14:creationId xmlns:p14="http://schemas.microsoft.com/office/powerpoint/2010/main" val="92008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15379</TotalTime>
  <Words>76</Words>
  <Application>Microsoft Office PowerPoint</Application>
  <PresentationFormat>Widescreen</PresentationFormat>
  <Paragraphs>38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 McConnell</dc:creator>
  <cp:lastModifiedBy>Meg McConnell</cp:lastModifiedBy>
  <cp:revision>2</cp:revision>
  <cp:lastPrinted>2026-02-14T00:33:43Z</cp:lastPrinted>
  <dcterms:created xsi:type="dcterms:W3CDTF">2025-10-31T22:39:13Z</dcterms:created>
  <dcterms:modified xsi:type="dcterms:W3CDTF">2026-03-07T21:34:23Z</dcterms:modified>
</cp:coreProperties>
</file>