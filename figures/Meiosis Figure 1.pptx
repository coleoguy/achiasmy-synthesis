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4431"/>
    <a:srgbClr val="3188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10793B-21FC-4651-B128-BB215AA33CDF}" v="2" dt="2026-03-20T17:16:24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 McConnell" userId="c879f9b530a4a8ef" providerId="LiveId" clId="{EEE61486-0C36-4C9F-8DDF-56891260361C}"/>
    <pc:docChg chg="undo custSel modSld">
      <pc:chgData name="Meg McConnell" userId="c879f9b530a4a8ef" providerId="LiveId" clId="{EEE61486-0C36-4C9F-8DDF-56891260361C}" dt="2026-03-20T18:14:35.999" v="24" actId="478"/>
      <pc:docMkLst>
        <pc:docMk/>
      </pc:docMkLst>
      <pc:sldChg chg="addSp delSp modSp mod">
        <pc:chgData name="Meg McConnell" userId="c879f9b530a4a8ef" providerId="LiveId" clId="{EEE61486-0C36-4C9F-8DDF-56891260361C}" dt="2026-03-20T18:14:35.999" v="24" actId="478"/>
        <pc:sldMkLst>
          <pc:docMk/>
          <pc:sldMk cId="2178707366" sldId="256"/>
        </pc:sldMkLst>
        <pc:spChg chg="mod">
          <ac:chgData name="Meg McConnell" userId="c879f9b530a4a8ef" providerId="LiveId" clId="{EEE61486-0C36-4C9F-8DDF-56891260361C}" dt="2026-03-20T17:15:20.046" v="7" actId="20577"/>
          <ac:spMkLst>
            <pc:docMk/>
            <pc:sldMk cId="2178707366" sldId="256"/>
            <ac:spMk id="20" creationId="{8234FF92-1F1B-DFF7-FB48-0B0EE1205DF2}"/>
          </ac:spMkLst>
        </pc:spChg>
        <pc:spChg chg="add mod">
          <ac:chgData name="Meg McConnell" userId="c879f9b530a4a8ef" providerId="LiveId" clId="{EEE61486-0C36-4C9F-8DDF-56891260361C}" dt="2026-03-20T17:16:23.764" v="20" actId="20577"/>
          <ac:spMkLst>
            <pc:docMk/>
            <pc:sldMk cId="2178707366" sldId="256"/>
            <ac:spMk id="23" creationId="{3F4E74E1-6CA6-4EE5-D827-468DF35CDF2B}"/>
          </ac:spMkLst>
        </pc:spChg>
        <pc:picChg chg="del">
          <ac:chgData name="Meg McConnell" userId="c879f9b530a4a8ef" providerId="LiveId" clId="{EEE61486-0C36-4C9F-8DDF-56891260361C}" dt="2026-03-20T17:15:00.380" v="5" actId="478"/>
          <ac:picMkLst>
            <pc:docMk/>
            <pc:sldMk cId="2178707366" sldId="256"/>
            <ac:picMk id="5" creationId="{9CCE374B-E2CC-577F-05E9-66B1248C057F}"/>
          </ac:picMkLst>
        </pc:picChg>
        <pc:picChg chg="add del">
          <ac:chgData name="Meg McConnell" userId="c879f9b530a4a8ef" providerId="LiveId" clId="{EEE61486-0C36-4C9F-8DDF-56891260361C}" dt="2026-03-20T17:14:58.422" v="4" actId="478"/>
          <ac:picMkLst>
            <pc:docMk/>
            <pc:sldMk cId="2178707366" sldId="256"/>
            <ac:picMk id="10" creationId="{30DEE80A-A44E-4E5D-8595-1A9CB1E5C94A}"/>
          </ac:picMkLst>
        </pc:picChg>
        <pc:picChg chg="add mod ord">
          <ac:chgData name="Meg McConnell" userId="c879f9b530a4a8ef" providerId="LiveId" clId="{EEE61486-0C36-4C9F-8DDF-56891260361C}" dt="2026-03-20T17:14:50.121" v="1" actId="167"/>
          <ac:picMkLst>
            <pc:docMk/>
            <pc:sldMk cId="2178707366" sldId="256"/>
            <ac:picMk id="22" creationId="{67C4BFA1-B727-86DC-3BBE-3CF1B2336E7B}"/>
          </ac:picMkLst>
        </pc:picChg>
        <pc:cxnChg chg="add del mod">
          <ac:chgData name="Meg McConnell" userId="c879f9b530a4a8ef" providerId="LiveId" clId="{EEE61486-0C36-4C9F-8DDF-56891260361C}" dt="2026-03-20T18:14:35.999" v="24" actId="478"/>
          <ac:cxnSpMkLst>
            <pc:docMk/>
            <pc:sldMk cId="2178707366" sldId="256"/>
            <ac:cxnSpMk id="25" creationId="{1F470CC1-E5B4-A703-7B4F-AE5DA20D33F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A70F-D0EC-C24B-5E84-9B53C08C7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AC842-30BA-93E6-0705-D16449002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4C27A-FD51-668E-F481-25D267BC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B645-3F4C-4868-936C-35D23458711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FC7DF-0FBA-B907-0E3C-08258BB9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8B4BD-23F3-9598-BD25-33F6BEAF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43E3-FC0F-47E7-A692-A10873885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1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A1663-CE3F-410F-21E9-D98CC879A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0E6AE-9EC5-A6DD-CE62-07F6C584F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1E321-3E61-CD73-0A22-FA82C33F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B645-3F4C-4868-936C-35D23458711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83A45-573B-AE3D-4751-AB14DF311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43BA5-28C4-6AD4-88F8-3492A652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43E3-FC0F-47E7-A692-A10873885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11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97321-0483-2007-8396-32533B20B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CD52A-2E17-4698-567A-C4853A60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8DED3-A54F-99C4-432A-BBE42074A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B645-3F4C-4868-936C-35D23458711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2C428-B3FB-56E9-EDC3-E585020EF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08822-3E2A-99C3-8366-0BC5EE10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43E3-FC0F-47E7-A692-A10873885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84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9AB7-B40A-BFCA-E46A-234B48B72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E3541-859D-A537-C740-FFCDC80D6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EBFA8-C931-1C80-5DB0-A7A4BF32E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E964B-6FD6-6CB6-6F5C-639A46C7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B645-3F4C-4868-936C-35D23458711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9B5D5-1F20-1EFC-E430-5DFB06B05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1B74E-D27B-C7D5-A1D5-3BF6D487D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43E3-FC0F-47E7-A692-A10873885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40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42F44-4218-866B-A164-1EE3EF72D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0BFD8-598E-3838-7C70-E6A8161F6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7AB86-DA8D-3E16-65EB-1F5F02062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A7D00-E9BC-1810-B0EE-DE3219D30D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CF464-7620-B821-475F-0093FA78DE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7D1E61-537A-9BC8-E262-8E7949484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B645-3F4C-4868-936C-35D23458711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4A8153-1BC3-8260-9155-8FD1F9E56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50022-8202-B37F-6B59-EDA44489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43E3-FC0F-47E7-A692-A10873885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84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9D29-127E-8DB5-347A-A188627C9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C55BA-9E03-55E4-4FE8-45ACA8735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B645-3F4C-4868-936C-35D23458711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F7E2B-223B-FDCF-8272-491E77C6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D0C7F-3FD7-55BD-AAAA-D398BAE4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43E3-FC0F-47E7-A692-A10873885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0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280739-3AE7-4482-8297-B7E5E66A2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B645-3F4C-4868-936C-35D23458711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22612-073B-0E55-A6F2-3C3568F36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36DC5-5782-BA1F-BCAF-F900D740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43E3-FC0F-47E7-A692-A10873885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42CE9-CE8A-CA1E-E5CB-CBA30C135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BE78E-065C-0E6A-E394-693296786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0ED3A-7304-112D-FE29-FC9C2FA4D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A00D0-1D75-DAE2-4B8F-7614E38E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B645-3F4C-4868-936C-35D23458711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7B2A0-A4FC-B9D6-F2EE-CA7ACC229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7DCCD-E25A-B21F-1CE4-58B94243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43E3-FC0F-47E7-A692-A10873885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CDB05-35F0-C068-45B3-A5F683E05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756DF0-9180-D41A-F775-9A2900E03D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5649E-F7CB-063F-A6F9-BBC286601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AE31B-3098-2F2F-B4B7-134167A61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B645-3F4C-4868-936C-35D23458711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BA307-4C28-D33F-BD88-CFA5FC16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90F88-E5E2-F8D0-22F4-1A9C6666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43E3-FC0F-47E7-A692-A10873885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6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40AA-E481-64DB-60DD-74F42B7F3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C60B3-2391-4BFB-6567-19EFBE015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CE8A7-DAE2-2A52-6E7C-FA7AA7BF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B645-3F4C-4868-936C-35D23458711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C5970-B82E-913B-7A1E-7BEAA1C87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6302F-7CC4-6C41-FD74-CC4E7278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43E3-FC0F-47E7-A692-A10873885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42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92BFF9-0550-D1AE-597D-4764EB70A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7BF9D-6F27-350F-F908-AF90AEB02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6CB97-C7C1-F87E-5622-0553F70E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B645-3F4C-4868-936C-35D23458711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C8EA5-67F7-EAF2-C424-17490798B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F28E8-2450-776F-8C03-AFF6DA5E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43E3-FC0F-47E7-A692-A10873885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88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DF4089-85A4-245A-8F56-33F01BCC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A403C-BA87-116B-D704-D49323BF7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C36C1-F202-6346-2A81-BB803F635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1B645-3F4C-4868-936C-35D23458711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E9CC0-BBBC-48E7-D7E6-5F4D4FB0E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CC3F4-9FF0-8406-16C8-7A0DB32DCC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543E3-FC0F-47E7-A692-A10873885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68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7C4BFA1-B727-86DC-3BBE-3CF1B2336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DD894A-73E9-5003-C640-BFD6F6C43A9A}"/>
              </a:ext>
            </a:extLst>
          </p:cNvPr>
          <p:cNvSpPr txBox="1"/>
          <p:nvPr/>
        </p:nvSpPr>
        <p:spPr>
          <a:xfrm>
            <a:off x="2971800" y="326219"/>
            <a:ext cx="1850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A) Chiasmatic Meiosis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58B35-1691-6E82-0E40-ABE58133544A}"/>
              </a:ext>
            </a:extLst>
          </p:cNvPr>
          <p:cNvSpPr txBox="1"/>
          <p:nvPr/>
        </p:nvSpPr>
        <p:spPr>
          <a:xfrm>
            <a:off x="5170714" y="326219"/>
            <a:ext cx="18505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B)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Achiasmatic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 Sex Chromosomes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25C25A-7DEA-4BD1-DD85-63473802036D}"/>
              </a:ext>
            </a:extLst>
          </p:cNvPr>
          <p:cNvSpPr txBox="1"/>
          <p:nvPr/>
        </p:nvSpPr>
        <p:spPr>
          <a:xfrm>
            <a:off x="7467600" y="293404"/>
            <a:ext cx="1850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C)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Achiasmatic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 Meiosis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C8A502-D289-ABC4-76FD-99B02582CCB1}"/>
              </a:ext>
            </a:extLst>
          </p:cNvPr>
          <p:cNvSpPr txBox="1"/>
          <p:nvPr/>
        </p:nvSpPr>
        <p:spPr>
          <a:xfrm>
            <a:off x="3809999" y="2940706"/>
            <a:ext cx="27214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D)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Asynaptic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 Sex Chromosomes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933-3A8C-F706-DB33-4F758075C2CE}"/>
              </a:ext>
            </a:extLst>
          </p:cNvPr>
          <p:cNvSpPr txBox="1"/>
          <p:nvPr/>
        </p:nvSpPr>
        <p:spPr>
          <a:xfrm>
            <a:off x="3461656" y="3294391"/>
            <a:ext cx="27214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Metatheria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28624-9A8A-537D-0B83-BB5ED7B38740}"/>
              </a:ext>
            </a:extLst>
          </p:cNvPr>
          <p:cNvSpPr txBox="1"/>
          <p:nvPr/>
        </p:nvSpPr>
        <p:spPr>
          <a:xfrm>
            <a:off x="5671456" y="3294391"/>
            <a:ext cx="27214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Coleoptera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DACEC1-13C2-0278-74C8-9976F882138F}"/>
              </a:ext>
            </a:extLst>
          </p:cNvPr>
          <p:cNvSpPr txBox="1"/>
          <p:nvPr/>
        </p:nvSpPr>
        <p:spPr>
          <a:xfrm>
            <a:off x="1730829" y="896472"/>
            <a:ext cx="15131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Autosomes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31376C-192D-E4AD-E652-82807BFE9B52}"/>
              </a:ext>
            </a:extLst>
          </p:cNvPr>
          <p:cNvSpPr txBox="1"/>
          <p:nvPr/>
        </p:nvSpPr>
        <p:spPr>
          <a:xfrm>
            <a:off x="1338943" y="2054553"/>
            <a:ext cx="15131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Sex Chromosomes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F04AF7-5753-56EA-374B-87E496B4404C}"/>
              </a:ext>
            </a:extLst>
          </p:cNvPr>
          <p:cNvSpPr txBox="1"/>
          <p:nvPr/>
        </p:nvSpPr>
        <p:spPr>
          <a:xfrm>
            <a:off x="1730829" y="3746431"/>
            <a:ext cx="15131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Autosomes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0F8A56-5CD3-B588-4537-6D2482926C5B}"/>
              </a:ext>
            </a:extLst>
          </p:cNvPr>
          <p:cNvSpPr txBox="1"/>
          <p:nvPr/>
        </p:nvSpPr>
        <p:spPr>
          <a:xfrm>
            <a:off x="1338943" y="5307504"/>
            <a:ext cx="15131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Sex Chromosomes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FDF0FF-3685-D325-F04B-DA5030ED3B8E}"/>
              </a:ext>
            </a:extLst>
          </p:cNvPr>
          <p:cNvSpPr txBox="1"/>
          <p:nvPr/>
        </p:nvSpPr>
        <p:spPr>
          <a:xfrm>
            <a:off x="3461656" y="5425387"/>
            <a:ext cx="1328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1844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Dense Plate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4FF92-1F1B-DFF7-FB48-0B0EE1205DF2}"/>
              </a:ext>
            </a:extLst>
          </p:cNvPr>
          <p:cNvSpPr txBox="1"/>
          <p:nvPr/>
        </p:nvSpPr>
        <p:spPr>
          <a:xfrm>
            <a:off x="5944440" y="5309971"/>
            <a:ext cx="1328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err="1">
                <a:solidFill>
                  <a:srgbClr val="1844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Xyp</a:t>
            </a:r>
            <a:endParaRPr lang="en-US" sz="900" b="1" dirty="0">
              <a:solidFill>
                <a:srgbClr val="1844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7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4465</TotalTime>
  <Words>29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 McConnell</dc:creator>
  <cp:lastModifiedBy>Meg McConnell</cp:lastModifiedBy>
  <cp:revision>1</cp:revision>
  <dcterms:created xsi:type="dcterms:W3CDTF">2026-03-17T15:48:57Z</dcterms:created>
  <dcterms:modified xsi:type="dcterms:W3CDTF">2026-03-20T18:14:42Z</dcterms:modified>
</cp:coreProperties>
</file>