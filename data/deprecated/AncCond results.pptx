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 McConnell" userId="c879f9b530a4a8ef" providerId="LiveId" clId="{EEE61486-0C36-4C9F-8DDF-56891260361C}"/>
    <pc:docChg chg="custSel modSld">
      <pc:chgData name="Meg McConnell" userId="c879f9b530a4a8ef" providerId="LiveId" clId="{EEE61486-0C36-4C9F-8DDF-56891260361C}" dt="2025-12-10T16:03:14.173" v="12" actId="1076"/>
      <pc:docMkLst>
        <pc:docMk/>
      </pc:docMkLst>
      <pc:sldChg chg="addSp delSp modSp mod">
        <pc:chgData name="Meg McConnell" userId="c879f9b530a4a8ef" providerId="LiveId" clId="{EEE61486-0C36-4C9F-8DDF-56891260361C}" dt="2025-12-10T16:03:14.173" v="12" actId="1076"/>
        <pc:sldMkLst>
          <pc:docMk/>
          <pc:sldMk cId="4246815539" sldId="256"/>
        </pc:sldMkLst>
        <pc:picChg chg="add mod">
          <ac:chgData name="Meg McConnell" userId="c879f9b530a4a8ef" providerId="LiveId" clId="{EEE61486-0C36-4C9F-8DDF-56891260361C}" dt="2025-12-10T16:03:14.173" v="12" actId="1076"/>
          <ac:picMkLst>
            <pc:docMk/>
            <pc:sldMk cId="4246815539" sldId="256"/>
            <ac:picMk id="6" creationId="{14332FAC-704A-F588-B50C-4988ACDBC9B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30DDF-D214-EB82-FBB2-59E66B6BF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0BE49-CFC2-AE84-2F14-2B7A43DAC0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F5AF5-9C0F-5ECD-7A43-4542F0C20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2A94-5FEC-4CC6-BE93-5330146CAC6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94A01-EE21-247C-CF07-F2C921208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8AE78-FBCC-2FEA-447D-0F2D131C6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BE9-AEFF-469B-BF82-DF09D6DDC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396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05DD-E471-9827-67B5-5B91834E7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91944-6549-347C-87EE-2650940CA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EACF9-58FB-BA13-5F29-CC42F69CE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2A94-5FEC-4CC6-BE93-5330146CAC6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0A036-1D6B-CC13-BC29-F0F91CAFB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D8C57-B34B-8854-4427-13DE7B239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BE9-AEFF-469B-BF82-DF09D6DDC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29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1365D-9B8D-CE05-D8FC-E9B7960C4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E6C88-4B8B-66BB-446F-F366682A0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E9339-1757-774A-DBF9-E1B325BED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2A94-5FEC-4CC6-BE93-5330146CAC6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FAA8A-918D-11BE-AE32-D3784C707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0FD4E-672E-D0A3-0408-56077C577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BE9-AEFF-469B-BF82-DF09D6DDC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720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A81FA-6C2D-D8F9-0C81-FC4C5BE22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631C5-F06E-6D82-65FE-A946D1E587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1FA152-DA4F-5186-3508-5795D817B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96873-E560-D0A5-8640-F02C97E16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2A94-5FEC-4CC6-BE93-5330146CAC6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E8B9F-B27B-BAA8-A8DD-053FBC367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7BF6E-C07E-68F1-4EF0-D0BF04496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BE9-AEFF-469B-BF82-DF09D6DDC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76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D26F0-66D6-8671-7745-FF827430F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B2ACE-6A8A-8859-2D37-E4767F132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3CAC69-BAEB-AEEB-437D-F8AEA42EB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B24E81-CDF7-F4E6-E10E-6C2F59B6A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DEDB9C-3EBE-6605-CC57-3A0D29B214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887663-FEFD-EAA6-4427-FB55C5A84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2A94-5FEC-4CC6-BE93-5330146CAC6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BB96B5-F1EB-C7B9-325F-F2E268290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B63420-3F1F-8F6F-5BC0-981C51DCE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BE9-AEFF-469B-BF82-DF09D6DDC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553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A1B29-420B-E30D-9DAB-04B8A2C09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BE9EFD-7B3B-2252-478A-3A3E9FE2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2A94-5FEC-4CC6-BE93-5330146CAC6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9E59CD-9A4F-5A79-883B-1FA261F56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3C96B7-87F1-78CB-0496-B9BDB6042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BE9-AEFF-469B-BF82-DF09D6DDC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063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026F7D-8C64-F5D6-03D3-42473AF59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2A94-5FEC-4CC6-BE93-5330146CAC6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828EF7-F455-E767-03BA-1EBE0AD06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34178-56DA-2280-A503-7D613DE30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BE9-AEFF-469B-BF82-DF09D6DDC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95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62592-3BE6-E451-72D2-4399C9648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7BCA1-8466-7EF5-5CA1-ECDDF0498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FB7692-581D-6276-A2DE-39CA7098F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CA01A-B6F1-DB3E-63D1-FE244D770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2A94-5FEC-4CC6-BE93-5330146CAC6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299D97-954E-69F7-11D6-19C58D64A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81AB7-5E95-4285-40C5-D5536E528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BE9-AEFF-469B-BF82-DF09D6DDC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39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C6DD3-3494-4434-717B-81089CEE5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1D981E-FFCB-E1C5-F961-8E5D27789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21FBCA-5AB1-A01C-CEC3-FA3DE9E58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EDCE8-38DA-1B46-1E85-C866DD823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2A94-5FEC-4CC6-BE93-5330146CAC6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56825-ADD7-B64C-E127-3BC140D9F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58769-F47D-7AA6-4B24-26301D23B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BE9-AEFF-469B-BF82-DF09D6DDC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370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CEAA1-9963-C1C9-D12F-08BD58AAB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A6792-F670-1766-D8DD-973015FA6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8C2A5-99C4-B10A-EADC-8850872FE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2A94-5FEC-4CC6-BE93-5330146CAC6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C7E45-2F57-EEA6-9780-9FD847B28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CC291-0BD8-412E-ACA8-8861FE551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BE9-AEFF-469B-BF82-DF09D6DDC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93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2BB5AF-8ACA-D57F-B1E2-CB2B00E6FD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5E37C4-2107-C68B-55BC-91770D6A0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49AE2-53E1-19B4-A826-D13BA9DCF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82A94-5FEC-4CC6-BE93-5330146CAC6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ED189-7EBD-CE55-56DB-55E59CD70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1BB18-3505-A18B-3675-2E1B0F463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BE9-AEFF-469B-BF82-DF09D6DDC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31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20E77-678A-5522-171E-5A89FEE78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49436-A32A-5486-872B-700FF0C1F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0CF28-15B3-868C-30EB-E1FA61A49D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182A94-5FEC-4CC6-BE93-5330146CAC6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7A922-B8C7-1AF7-B66A-56D74B02F5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47888-9C76-A12D-2012-56877E311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40EBE9-AEFF-469B-BF82-DF09D6DDC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65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B370E-B2CE-E2F9-4647-C280B3F878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6B026-FC3A-DEDB-8128-F3102E1639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A graph of different types of sales&#10;&#10;AI-generated content may be incorrect.">
            <a:extLst>
              <a:ext uri="{FF2B5EF4-FFF2-40B4-BE49-F238E27FC236}">
                <a16:creationId xmlns:a16="http://schemas.microsoft.com/office/drawing/2014/main" id="{14332FAC-704A-F588-B50C-4988ACDBC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73" y="-13100"/>
            <a:ext cx="10062853" cy="68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81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45BDA-C1CB-8F45-2E39-850F210E6D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38E732-FCEF-1B5C-FCDD-0525E51CAB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5D668A-9FCE-C7D5-ABD3-FC9DA7028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1150"/>
            <a:ext cx="6566633" cy="52927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B0895E-4D6F-596B-F904-16FD09634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685" y="781394"/>
            <a:ext cx="6161315" cy="49542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164CA5-29F1-BF97-0079-8AEE665AA884}"/>
              </a:ext>
            </a:extLst>
          </p:cNvPr>
          <p:cNvSpPr txBox="1"/>
          <p:nvPr/>
        </p:nvSpPr>
        <p:spPr>
          <a:xfrm>
            <a:off x="7097486" y="5823857"/>
            <a:ext cx="49421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Taxa: 20:200 (10)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Sf : 1 &amp; 5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(Description explicitly calls the red line bidirectional and blue as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uni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978AD4-BEBD-0117-632A-847E3558A239}"/>
              </a:ext>
            </a:extLst>
          </p:cNvPr>
          <p:cNvSpPr txBox="1"/>
          <p:nvPr/>
        </p:nvSpPr>
        <p:spPr>
          <a:xfrm>
            <a:off x="557718" y="5735637"/>
            <a:ext cx="49421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Taxa: 200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Sf: 1-10 (10)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(Description says blue line is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uni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(scenario 1), and red is bi (scenario 2))</a:t>
            </a:r>
          </a:p>
        </p:txBody>
      </p:sp>
    </p:spTree>
    <p:extLst>
      <p:ext uri="{BB962C8B-B14F-4D97-AF65-F5344CB8AC3E}">
        <p14:creationId xmlns:p14="http://schemas.microsoft.com/office/powerpoint/2010/main" val="1707981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52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 McConnell</dc:creator>
  <cp:lastModifiedBy>Meg McConnell</cp:lastModifiedBy>
  <cp:revision>1</cp:revision>
  <dcterms:created xsi:type="dcterms:W3CDTF">2025-11-21T15:30:23Z</dcterms:created>
  <dcterms:modified xsi:type="dcterms:W3CDTF">2025-12-10T16:03:22Z</dcterms:modified>
</cp:coreProperties>
</file>